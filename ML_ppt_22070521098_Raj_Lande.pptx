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DCF92-0010-467C-D29E-2C234C07D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9B5EBE-A926-9DD7-CAEC-17CE736D1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A52C3-9DB6-EDDE-84CB-51FA0393A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FD87-59D8-43CF-A165-D8A9250DAD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785E5-208E-2A9C-5FC8-DECEE14EC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63922-543D-99CA-322B-69695F902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E34C4-B7D5-4145-9A2A-9A262510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459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67485-C7E4-75E5-FD4C-3304FBCC0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BA4CD-F74F-CCAB-0E19-02D8BB7A3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28291-D40C-AF33-DB01-43A3A54F5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FD87-59D8-43CF-A165-D8A9250DAD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A1C52-882F-4D77-DBBB-18078AE95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D0FE9-DAB0-693E-221B-5C0FA7CCC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E34C4-B7D5-4145-9A2A-9A262510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82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C92DF-6B72-3BDE-C00F-1E41CC6FF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732C3-8228-B916-17A7-2255FAC2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0F174-F8D9-035C-F2BC-D4CECEA48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FD87-59D8-43CF-A165-D8A9250DAD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28F9E-4EEB-0E57-CBD7-930B9955B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5BF49-4602-2174-8AD1-E2FDE9E97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E34C4-B7D5-4145-9A2A-9A262510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960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F4874-802A-EF16-3090-5C22FF940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41549-72BF-4AA7-9CA6-D7AB790B9B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5EC994-3CC5-29CF-231D-1E1A39DF1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6326C-834F-D659-A57B-B8D18AB4B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FD87-59D8-43CF-A165-D8A9250DAD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8CACB-354C-C92D-31BD-3CF342191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96CB8-ED42-A780-92FA-F061FFDAD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E34C4-B7D5-4145-9A2A-9A262510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76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00ED2-A7EE-54A4-2CF3-13376E779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7A6E1-8929-F568-751D-645F04CB5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7948DB-DDA6-645D-4EFD-155EC0ED1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4BB31F-1E37-206B-A166-EA35C5F89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128DED-946D-6F53-950E-FEA343EA84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1F8400-0CB5-05BA-D2D2-2904FAF1D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FD87-59D8-43CF-A165-D8A9250DAD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DE706A-B62E-96E5-F6EE-B67731E63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F4F0B3-1C4D-BD4E-B290-203F4E2D7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E34C4-B7D5-4145-9A2A-9A262510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477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C6D8C-FE2A-2AF9-801C-B005ED7CF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3BA367-6135-A344-DC04-48AD89056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FD87-59D8-43CF-A165-D8A9250DAD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7A532A-5483-02B5-6590-199DBB594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9850D-D0B6-6C5E-B7E9-3DE3695B1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E34C4-B7D5-4145-9A2A-9A262510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701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2DFA8-7247-EE2E-E25C-E9F1B8F92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FD87-59D8-43CF-A165-D8A9250DAD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0B6E6E-573B-7D72-021F-99435BECA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41DEE-3C68-5AD4-5AF4-E4379EA7D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E34C4-B7D5-4145-9A2A-9A262510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757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A2D69-8EB5-95BC-4A7F-C000E97A1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8418D-81BC-518F-6A1A-9B9C17B1A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CE4329-AB2C-9489-9E65-4FD9D1770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98FF7-92F4-622D-EA6B-20B49852E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FD87-59D8-43CF-A165-D8A9250DAD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831BE-BC5A-5DEE-1599-9B0280431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622A94-730C-6E06-A18C-8E3E98D7B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E34C4-B7D5-4145-9A2A-9A262510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888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51305-43AE-2EBF-60BA-1C6A39D96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FB1C34-9051-B0B2-E532-997989690A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7448A1-D43E-8B4B-7C67-CF2CF045F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9120F-58C1-D778-F7CF-B46FB8AEC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FD87-59D8-43CF-A165-D8A9250DAD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D1C71-2EAE-5BCC-55AA-5D08C501F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74AE3-52A5-E507-642E-C8BC9E13C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E34C4-B7D5-4145-9A2A-9A262510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208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D83D0-D1E4-E6A0-BE85-B32E3ED26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50B7C-1131-A525-01A6-4606CFC87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F83D3-5C4D-02BE-D5D7-0501224B2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FD87-59D8-43CF-A165-D8A9250DAD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C4947-9B14-8F5F-1688-34CA387C1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F43D5-0443-736E-7DB6-953199AE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E34C4-B7D5-4145-9A2A-9A262510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704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8443B7-245C-BC1B-79CC-E0F62B473C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F387BC-0867-DAF3-66FD-7B80F06EB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5944A-65F7-6049-ECB6-BCBD7E9E6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FD87-59D8-43CF-A165-D8A9250DAD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C4615-6518-A463-AE3A-705338BF8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C8CC4-0BA5-6F86-8F56-04D3A6BF5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E34C4-B7D5-4145-9A2A-9A262510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089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360F88-4E37-E308-5DF3-BAB7895FC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2C502-42A0-4D02-7DFF-B2BD6E682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EB619-7F22-E8A3-4ED0-A73BBEF54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1FD87-59D8-43CF-A165-D8A9250DAD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89AC7-EC53-22BF-6A21-6E8B6C18D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CB5C2-BAB1-B5F3-BACB-09E468DC5E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E34C4-B7D5-4145-9A2A-9A262510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141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62F52E-6B15-B5B6-A3FA-2E614D974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4"/>
            <a:ext cx="12194959" cy="685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614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626BE2-FF6D-8292-2125-A6B0BE483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646"/>
            <a:ext cx="12192000" cy="688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337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D338D1-7315-9706-FDD7-0C4C47155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74"/>
            <a:ext cx="12218736" cy="684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391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8E4596-EE14-61BF-D3FE-189F3A9F3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11"/>
            <a:ext cx="12192000" cy="681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308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950F9F-F283-0FCF-9D2D-84A5521DB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744"/>
            <a:ext cx="12176493" cy="686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948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4D59A4-16C7-4D65-860F-E760E8E76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46"/>
            <a:ext cx="12192000" cy="686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42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70C8A7-8EBD-7A02-89F7-1BED8328D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35"/>
            <a:ext cx="12192000" cy="685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962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ACA7B9-096C-95FB-335C-D68255966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894"/>
            <a:ext cx="12192000" cy="687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783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8B80AE-277C-22D6-CCF7-B92BD5AAF131}"/>
              </a:ext>
            </a:extLst>
          </p:cNvPr>
          <p:cNvSpPr txBox="1"/>
          <p:nvPr/>
        </p:nvSpPr>
        <p:spPr>
          <a:xfrm>
            <a:off x="-76965" y="2792470"/>
            <a:ext cx="6403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i="0" dirty="0">
                <a:solidFill>
                  <a:srgbClr val="264286"/>
                </a:solidFill>
                <a:effectLst/>
                <a:latin typeface="Arial" panose="020B0604020202020204" pitchFamily="34" charset="0"/>
              </a:rPr>
              <a:t>THANK YOU…………..</a:t>
            </a:r>
            <a:endParaRPr lang="en-IN" sz="3600" dirty="0"/>
          </a:p>
        </p:txBody>
      </p:sp>
      <p:pic>
        <p:nvPicPr>
          <p:cNvPr id="2050" name="Picture 2" descr="ImageElement 2">
            <a:extLst>
              <a:ext uri="{FF2B5EF4-FFF2-40B4-BE49-F238E27FC236}">
                <a16:creationId xmlns:a16="http://schemas.microsoft.com/office/drawing/2014/main" id="{123B5CF4-B967-57D3-D92E-ED9D8CBD9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403" y="503432"/>
            <a:ext cx="5425162" cy="5609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7561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 LANDE</dc:creator>
  <cp:lastModifiedBy>RAJ LANDE</cp:lastModifiedBy>
  <cp:revision>1</cp:revision>
  <cp:lastPrinted>2025-11-03T05:34:18Z</cp:lastPrinted>
  <dcterms:created xsi:type="dcterms:W3CDTF">2025-11-03T05:32:29Z</dcterms:created>
  <dcterms:modified xsi:type="dcterms:W3CDTF">2025-11-03T05:45:54Z</dcterms:modified>
</cp:coreProperties>
</file>